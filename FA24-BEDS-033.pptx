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45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ECO346 — Assignment 1 — Fall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45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ECO346 — A1 — Variant 1: Punjab urban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A5F"/>
                </a:solidFill>
              </a:rPr>
              <a:t>Earnings in Punjab's urban workforce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2222"/>
                </a:solidFill>
              </a:rPr>
              <a:t>How annual earnings are distributed, and how they change with age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698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D1495B"/>
                </a:solidFill>
              </a:rPr>
              <a:t>Variant 1 — Punjab urban
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22222"/>
                </a:solidFill>
              </a:rPr>
              <a:t>FA24-BEDS-033  ·  Section A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66666"/>
                </a:solidFill>
              </a:rPr>
              <a:t>PSLM 2019-20 person file linked to household file by hhid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66666"/>
                </a:solidFill>
              </a:rPr>
              <a:t>3,768 earners aged 15-64 with earn_annual &gt; 0, weighted by hhweight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makeover: default vs redesign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</a:rPr>
              <a:t>Default — ggplot(data, aes(age, earn_annual)) + geom_point()</a:t>
            </a:r>
            <a:endParaRPr lang="en-US" sz="1200" dirty="0"/>
          </a:p>
        </p:txBody>
      </p:sp>
      <p:pic>
        <p:nvPicPr>
          <p:cNvPr id="4" name="Image 0" descr="/tmp/def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760720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09360" y="731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</a:rPr>
              <a:t>Redesign — figures/relationship.svg</a:t>
            </a:r>
            <a:endParaRPr lang="en-US" sz="1200" dirty="0"/>
          </a:p>
        </p:txBody>
      </p:sp>
      <p:pic>
        <p:nvPicPr>
          <p:cNvPr id="6" name="Image 1" descr="/tmp/relations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05840"/>
            <a:ext cx="5760720" cy="4389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5486400"/>
            <a:ext cx="11521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Three changes: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log y-axis across the full earnings range · semi-transparent jittered points for density · weighted band means at midpoints joined by a line (hollow = thin band). 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Principles: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perceptual ranking of channels · overplotting · conditional means + data-ink.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Earnings peak late: the 55-59 band earns 3.6x the youngest band</a:t>
            </a:r>
            <a:endParaRPr lang="en-US" sz="2000" dirty="0"/>
          </a:p>
        </p:txBody>
      </p:sp>
      <p:pic>
        <p:nvPicPr>
          <p:cNvPr id="3" name="Image 0" descr="/tmp/relation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22960"/>
            <a:ext cx="7132320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9144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BF7F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987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Peak band (weighted mean)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1234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</a:rPr>
              <a:t>55-59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Rs 523,751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80960" y="246888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BF7F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Youngest band (15-19)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788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</a:rPr>
              <a:t>Rs 145,444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3.6x gap to peak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680960" y="40233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BF7F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0" y="4096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25-29 vs 45-49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4343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</a:rPr>
              <a:t>+45%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4892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Rs 320,776 → Rs 465,073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60350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Cross-section only: this curve mixes age with cohort and selection effects, so it is not evidence that an individual's earnings will follow this path over time.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914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Reproducibility &amp; cross-check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229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</a:rPr>
              <a:t>Scripts (run in order, no internet needed)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scripts/01_default.R        → figures/default.svg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scripts/02_distribution.R   → figures/distribution.svg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scripts/03_relationship.R   → figures/relationship.svg + band_table.csv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scripts/04_relationship_py.py → figures/relationship_py.svg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566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</a:rPr>
              <a:t>Weighted quantile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8404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Sort by x · cumulate shares of hhweight · take the smallest x whose cumulative share reaches p. R's built-in quantile() uses a different definition and will not match the answer key.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</a:rPr>
              <a:t>R vs Python cross-check — band 25-29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18872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BF7F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280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     Rs 320,776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Rs 320,776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14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Agree to the rupee 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</a:rPr>
              <a:t>What differed in Python's defaults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10896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matplotlib defaults to a linear y-axis, larger opaque markers, no jitter. I set a log y-axis with FixedLocator ticks at 10^4-10^7 formatted as 'Rs ...', alpha = 0.15 small markers, and uniform(-0.4, 0.4) horizontal jitter to match ggplot.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585216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Repository: github.com/&lt;username&gt;/ECO346-A1-FA24-BEDS-033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A1 — Variant 1 — Punjab urban</dc:title>
  <dc:subject>PptxGenJS Presentation</dc:subject>
  <dc:creator>FA24-BEDS-033</dc:creator>
  <cp:lastModifiedBy>FA24-BEDS-033</cp:lastModifiedBy>
  <cp:revision>1</cp:revision>
  <dcterms:created xsi:type="dcterms:W3CDTF">2026-10-26T15:57:36Z</dcterms:created>
  <dcterms:modified xsi:type="dcterms:W3CDTF">2026-10-26T15:57:36Z</dcterms:modified>
</cp:coreProperties>
</file>